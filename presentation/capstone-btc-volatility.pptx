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71" r:id="rId22"/>
    <p:sldId id="272" r:id="rId2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7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 Later checks added two more regressors and a log(target) transform, both live-validated and found to stack — R² 0.2419 historical / 0.1779 live (slides 10, 12).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 (Final)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0.001367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0.001036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0.2419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SKEW_X, log target), by a margin of 17.1%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0.1779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SKEW_X, log target), the strongest model on every metric on genuinely unseen data (RMSE 0.001406, R² 0.1779).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0.1779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0.018645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0.014949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0.2401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 Documented as Check 11 in the main notebook — one of four checks (of eighteen) that survived validation.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on live data at 5-minute resolution, though the gap has narrowed further since HAR-RV-X's hourly baseline picked up a log(target) transform that failed live-validation at 5-minute resolution and was rejected there (see the report). HAR-RV-X's R² goes from 0.178 to 0.240 (about 1.3x); EWMA's improves far more, from 0.013 to 0.147 (about 11x).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Eighteen robustness checks tested (XGBoost, LSTM, stacked ensembles, ETH spillover, winsorizing, and more) — four survived validation and were adopted, fourteen didn't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19: this notebook's stricter scikit-learn R² vs. the literature's own Mincer-Zarnowitz convention — recomputed that way, HAR-RV-X scores higher (0.27 historical / 0.24 live)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(exchange netflows, active addresses) — a genuinely independent information source, distinct from every price-history feature tested so far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Application: Sizing a Trade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this week's real forecast into a position size and a risk estimate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the move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2026-08-25, the model predicted BTC would swing about 6% over the coming week — its real, live forecast, not a hypothetical.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the position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Risking $50,000 on a move of that size points to a position worth about $823,000 — bigger forecasted moves mean smaller positions.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the downside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position carries roughly a 5% chance of losing more than about $82,000 over the week — the number that goes in a risk report.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options market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options are pricing in far more movement than this, they may be overpriced relative to what the model expects — worth a closer look.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one input, not the final answer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explains about 18% of real volatility swings, with typical errors around a quarter of the forecast — useful, but no substitute for market context, judgement, and other risk signals. A more traditional model (GARCH) performed far worse over this same horizon, so this is a genuine improvement, not a finished system.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Application: Pricing an Option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model's forecast to how the options market is pricing risk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 to a yearly figure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short-term forecast, scaled to the yearly figure options pricing uses, comes out to about 44% annualized volatility.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a hypothetical option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7-day BTC option priced at that 44% figure is worth about $1,177 — the model's own fair-value estimate.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market pricing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market prices that same option using 50% volatility instead, it comes out near $1,454 — about $280 more expensive than the model suggests is fair.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opportunity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Pricier than the model expects may be worth selling; cheaper (e.g. a 35% assumption, ~$792) may be worth buying — always alongside the market's own price, never instead of 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a signal, not a system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never overrides a liquid market's own quoted price. It's most useful when no market price exists at all, or for spotting relative mispricing — and even then, it would be sized carefully and combined with other information, not traded on alone.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